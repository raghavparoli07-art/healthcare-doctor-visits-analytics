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878" y="21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878" y="3740783"/>
            <a:ext cx="2143125" cy="861497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Raghav Paroli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725" y="2582399"/>
            <a:ext cx="11676549" cy="743448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Project Title:</a:t>
            </a:r>
            <a:r>
              <a:rPr lang="en-IN" sz="3200" dirty="0"/>
              <a:t> Healthcare Analytics for Doctor Visits: Understanding What Drives Patient Visits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sz="2800" dirty="0"/>
              <a:t>Some people visit a doctor much more often than others, and in this dataset about 80% made no visit at all.</a:t>
            </a:r>
          </a:p>
          <a:p>
            <a:pPr lvl="0"/>
            <a:r>
              <a:rPr lang="en-IN" sz="2800" dirty="0"/>
              <a:t>Healthcare providers need to know which health, financial and insurance factors are linked to doctor visits.</a:t>
            </a:r>
          </a:p>
          <a:p>
            <a:pPr lvl="0"/>
            <a:r>
              <a:rPr lang="en-IN" sz="2800" dirty="0"/>
              <a:t>This project </a:t>
            </a:r>
            <a:r>
              <a:rPr lang="en-IN" sz="2800" dirty="0" err="1"/>
              <a:t>analyzes</a:t>
            </a:r>
            <a:r>
              <a:rPr lang="en-IN" sz="2800" dirty="0"/>
              <a:t> 5,190 patient records to find those patterns and to predict whether a person is likely to visit a doctor.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Autofit/>
          </a:bodyPr>
          <a:lstStyle/>
          <a:p>
            <a:r>
              <a:rPr lang="en-GB" sz="4000" dirty="0"/>
              <a:t>Project Description</a:t>
            </a:r>
            <a:br>
              <a:rPr lang="en-GB" sz="1800" dirty="0"/>
            </a:br>
            <a:br>
              <a:rPr lang="en-IN" sz="1800" dirty="0"/>
            </a:br>
            <a:r>
              <a:rPr lang="en-GB" sz="1800" dirty="0"/>
              <a:t> </a:t>
            </a:r>
            <a:br>
              <a:rPr lang="en-GB" sz="1800" dirty="0"/>
            </a:b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BEEB7F-01B7-DA9D-AC14-75A2B8B826EB}"/>
              </a:ext>
            </a:extLst>
          </p:cNvPr>
          <p:cNvSpPr txBox="1"/>
          <p:nvPr/>
        </p:nvSpPr>
        <p:spPr>
          <a:xfrm>
            <a:off x="81281" y="1636210"/>
            <a:ext cx="113385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Dataset: 5,190 records and 12 usable columns covering personal information (gender, age), income, health (illness, reduced activity days, health score, chronic conditions), healthcare support (private, free-poor, free-repatriation cover) and the number of doctor visits. There were no missing values; only the record-ID column was dropped.</a:t>
            </a:r>
            <a:br>
              <a:rPr lang="en-IN" dirty="0"/>
            </a:br>
            <a:r>
              <a:rPr lang="en-IN" dirty="0"/>
              <a:t>Approach:</a:t>
            </a:r>
            <a:br>
              <a:rPr lang="en-IN" dirty="0"/>
            </a:br>
            <a:r>
              <a:rPr lang="en-IN" dirty="0"/>
              <a:t>Explored visit patterns with charts and group averages.</a:t>
            </a:r>
            <a:br>
              <a:rPr lang="en-IN" dirty="0"/>
            </a:br>
            <a:r>
              <a:rPr lang="en-IN" dirty="0"/>
              <a:t>Measured how strongly each factor relates to visits (correlation).</a:t>
            </a:r>
            <a:br>
              <a:rPr lang="en-IN" dirty="0"/>
            </a:br>
            <a:r>
              <a:rPr lang="en-IN" dirty="0"/>
              <a:t>Built two models, Logistic Regression and Random Forest, to predict whether a person visits a doctor at least once.</a:t>
            </a:r>
            <a:br>
              <a:rPr lang="en-IN" dirty="0"/>
            </a:br>
            <a:r>
              <a:rPr lang="en-IN" dirty="0"/>
              <a:t>Built a </a:t>
            </a:r>
            <a:r>
              <a:rPr lang="en-IN" dirty="0" err="1"/>
              <a:t>Streamlit</a:t>
            </a:r>
            <a:r>
              <a:rPr lang="en-IN" dirty="0"/>
              <a:t> web app that gives a live prediction from patient details.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709B1B-F3D6-F8D9-C8F3-8DFB74914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716186"/>
              </p:ext>
            </p:extLst>
          </p:nvPr>
        </p:nvGraphicFramePr>
        <p:xfrm>
          <a:off x="342582" y="4768696"/>
          <a:ext cx="10416856" cy="1371600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604214">
                  <a:extLst>
                    <a:ext uri="{9D8B030D-6E8A-4147-A177-3AD203B41FA5}">
                      <a16:colId xmlns:a16="http://schemas.microsoft.com/office/drawing/2014/main" val="4045480077"/>
                    </a:ext>
                  </a:extLst>
                </a:gridCol>
                <a:gridCol w="2604214">
                  <a:extLst>
                    <a:ext uri="{9D8B030D-6E8A-4147-A177-3AD203B41FA5}">
                      <a16:colId xmlns:a16="http://schemas.microsoft.com/office/drawing/2014/main" val="1125514281"/>
                    </a:ext>
                  </a:extLst>
                </a:gridCol>
                <a:gridCol w="2604214">
                  <a:extLst>
                    <a:ext uri="{9D8B030D-6E8A-4147-A177-3AD203B41FA5}">
                      <a16:colId xmlns:a16="http://schemas.microsoft.com/office/drawing/2014/main" val="4108707508"/>
                    </a:ext>
                  </a:extLst>
                </a:gridCol>
                <a:gridCol w="2604214">
                  <a:extLst>
                    <a:ext uri="{9D8B030D-6E8A-4147-A177-3AD203B41FA5}">
                      <a16:colId xmlns:a16="http://schemas.microsoft.com/office/drawing/2014/main" val="2139765199"/>
                    </a:ext>
                  </a:extLst>
                </a:gridCol>
              </a:tblGrid>
              <a:tr h="181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606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 (final)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18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40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Autofit/>
          </a:bodyPr>
          <a:lstStyle/>
          <a:p>
            <a:pPr lvl="0"/>
            <a:r>
              <a:rPr lang="en-IN" b="1" dirty="0"/>
              <a:t>Hospitals and clinics:</a:t>
            </a:r>
            <a:r>
              <a:rPr lang="en-IN" dirty="0"/>
              <a:t> plan staffing and appointment capacity.</a:t>
            </a:r>
          </a:p>
          <a:p>
            <a:pPr lvl="0"/>
            <a:r>
              <a:rPr lang="en-IN" b="1" dirty="0"/>
              <a:t>Health insurers:</a:t>
            </a:r>
            <a:r>
              <a:rPr lang="en-IN" dirty="0"/>
              <a:t> identify groups that use care most and design plans.</a:t>
            </a:r>
          </a:p>
          <a:p>
            <a:pPr lvl="0"/>
            <a:r>
              <a:rPr lang="en-IN" b="1" dirty="0"/>
              <a:t>Government and public health planners:</a:t>
            </a:r>
            <a:r>
              <a:rPr lang="en-IN" dirty="0"/>
              <a:t> target free-care programs at the people who need them.</a:t>
            </a:r>
          </a:p>
          <a:p>
            <a:pPr lvl="0"/>
            <a:r>
              <a:rPr lang="en-IN" b="1" dirty="0"/>
              <a:t>Doctors and care coordinators:</a:t>
            </a:r>
            <a:r>
              <a:rPr lang="en-IN" dirty="0"/>
              <a:t> flag patients with many illnesses or long-term conditions for early follow-up.</a:t>
            </a:r>
          </a:p>
          <a:p>
            <a:pPr lvl="0"/>
            <a:r>
              <a:rPr lang="en-IN" b="1" dirty="0"/>
              <a:t>Students and researchers:</a:t>
            </a:r>
            <a:r>
              <a:rPr lang="en-IN" dirty="0"/>
              <a:t> learn healthcare analytics on a real dataset.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2149" y="1586736"/>
            <a:ext cx="9027702" cy="5243448"/>
          </a:xfrm>
        </p:spPr>
        <p:txBody>
          <a:bodyPr/>
          <a:lstStyle/>
          <a:p>
            <a:pPr lvl="0"/>
            <a:r>
              <a:rPr lang="en-IN" dirty="0"/>
              <a:t>Python 3</a:t>
            </a:r>
          </a:p>
          <a:p>
            <a:pPr lvl="0"/>
            <a:r>
              <a:rPr lang="en-IN" dirty="0"/>
              <a:t>Pandas and NumPy: data handling</a:t>
            </a:r>
          </a:p>
          <a:p>
            <a:pPr lvl="0"/>
            <a:r>
              <a:rPr lang="en-IN" dirty="0"/>
              <a:t>Matplotlib: charts</a:t>
            </a:r>
          </a:p>
          <a:p>
            <a:pPr lvl="0"/>
            <a:r>
              <a:rPr lang="en-IN" dirty="0"/>
              <a:t>Scikit-learn: Logistic Regression and Random Forest</a:t>
            </a:r>
          </a:p>
          <a:p>
            <a:pPr lvl="0"/>
            <a:r>
              <a:rPr lang="en-IN" dirty="0" err="1"/>
              <a:t>Joblib</a:t>
            </a:r>
            <a:r>
              <a:rPr lang="en-IN" dirty="0"/>
              <a:t>: saving the trained model</a:t>
            </a:r>
          </a:p>
          <a:p>
            <a:pPr lvl="0"/>
            <a:r>
              <a:rPr lang="en-IN" dirty="0" err="1"/>
              <a:t>Streamlit</a:t>
            </a:r>
            <a:r>
              <a:rPr lang="en-IN" dirty="0"/>
              <a:t>: interactive prediction web app</a:t>
            </a:r>
          </a:p>
          <a:p>
            <a:pPr lvl="0"/>
            <a:r>
              <a:rPr lang="en-IN" dirty="0"/>
              <a:t>VS Code 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94079" y="6027003"/>
            <a:ext cx="10732721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600" dirty="0"/>
              <a:t>DEMO LINK - https://healthcare-doctor-visits-an-9uyyckgcoshudykg9qmjx7.streamlit.app/</a:t>
            </a:r>
            <a:endParaRPr lang="en-IN" sz="1600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A348C-F330-4987-3F8B-0AD12777D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98294"/>
            <a:ext cx="9138111" cy="43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149741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670</TotalTime>
  <Words>358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Title: Healthcare Analytics for Doctor Visits: Understanding What Drives Patient Visits</vt:lpstr>
      <vt:lpstr>PROBLEM  STATEMENT</vt:lpstr>
      <vt:lpstr>Project Description  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Raghav Paroli</cp:lastModifiedBy>
  <cp:revision>74</cp:revision>
  <dcterms:created xsi:type="dcterms:W3CDTF">2021-07-11T13:13:15Z</dcterms:created>
  <dcterms:modified xsi:type="dcterms:W3CDTF">2026-10-01T16:46:42Z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